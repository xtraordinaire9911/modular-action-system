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0f9a0d4d1a4510" /><Relationship Type="http://schemas.openxmlformats.org/officeDocument/2006/relationships/extended-properties" Target="/docProps/app.xml" Id="R8b0067f7bad04b89" /><Relationship Type="http://schemas.openxmlformats.org/officeDocument/2006/relationships/officeDocument" Target="/ppt/presentation.xml" Id="R50e60d530a094c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283bb6b4c647a6"/>
  </p:sldMasterIdLst>
  <p:notesMasterIdLst>
    <p:notesMasterId xmlns:r="http://schemas.openxmlformats.org/officeDocument/2006/relationships" r:id="R06ceee56da90468e"/>
  </p:notesMasterIdLst>
  <p:sldIdLst>
    <p:sldId xmlns:r="http://schemas.openxmlformats.org/officeDocument/2006/relationships" id="256" r:id="R5ac87f238a474657"/>
    <p:sldId xmlns:r="http://schemas.openxmlformats.org/officeDocument/2006/relationships" id="257" r:id="R2b56b0755ea34567"/>
    <p:sldId xmlns:r="http://schemas.openxmlformats.org/officeDocument/2006/relationships" id="258" r:id="R9d76ad9f6b5e41f6"/>
    <p:sldId xmlns:r="http://schemas.openxmlformats.org/officeDocument/2006/relationships" id="259" r:id="R45b5f50194e64bdf"/>
    <p:sldId xmlns:r="http://schemas.openxmlformats.org/officeDocument/2006/relationships" id="260" r:id="Rf0b9593687e64554"/>
    <p:sldId xmlns:r="http://schemas.openxmlformats.org/officeDocument/2006/relationships" id="261" r:id="Ra24d9aadcabb42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58ad7dc0e7454d" /><Relationship Type="http://schemas.openxmlformats.org/officeDocument/2006/relationships/slideMaster" Target="/ppt/slideMasters/slideMaster1.xml" Id="Rd3283bb6b4c647a6" /><Relationship Type="http://schemas.openxmlformats.org/officeDocument/2006/relationships/notesMaster" Target="/ppt/notesMasters/notesMaster1.xml" Id="R06ceee56da90468e" /><Relationship Type="http://schemas.openxmlformats.org/officeDocument/2006/relationships/presProps" Target="/ppt/presProps.xml" Id="R9e900c41e59144e4" /><Relationship Type="http://schemas.openxmlformats.org/officeDocument/2006/relationships/tableStyles" Target="/ppt/tableStyles.xml" Id="R4d3063ddb8044ec6" /><Relationship Type="http://schemas.openxmlformats.org/officeDocument/2006/relationships/slide" Target="/ppt/slides/slide1.xml" Id="R5ac87f238a474657" /><Relationship Type="http://schemas.openxmlformats.org/officeDocument/2006/relationships/slide" Target="/ppt/slides/slide2.xml" Id="R2b56b0755ea34567" /><Relationship Type="http://schemas.openxmlformats.org/officeDocument/2006/relationships/slide" Target="/ppt/slides/slide3.xml" Id="R9d76ad9f6b5e41f6" /><Relationship Type="http://schemas.openxmlformats.org/officeDocument/2006/relationships/slide" Target="/ppt/slides/slide4.xml" Id="R45b5f50194e64bdf" /><Relationship Type="http://schemas.openxmlformats.org/officeDocument/2006/relationships/slide" Target="/ppt/slides/slide5.xml" Id="Rf0b9593687e64554" /><Relationship Type="http://schemas.openxmlformats.org/officeDocument/2006/relationships/slide" Target="/ppt/slides/slide6.xml" Id="Ra24d9aadcabb42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781b0f712f46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6659171f994d46" /><Relationship Type="http://schemas.openxmlformats.org/officeDocument/2006/relationships/notesMaster" Target="/ppt/notesMasters/notesMaster1.xml" Id="R3d7cf57782c14b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9ac7ef71d143fd" /><Relationship Type="http://schemas.openxmlformats.org/officeDocument/2006/relationships/notesMaster" Target="/ppt/notesMasters/notesMaster1.xml" Id="R2251ead24c4e48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8f0904c6b9427a" /><Relationship Type="http://schemas.openxmlformats.org/officeDocument/2006/relationships/notesMaster" Target="/ppt/notesMasters/notesMaster1.xml" Id="Rea00ed866b3140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147e5ccc5d4f09" /><Relationship Type="http://schemas.openxmlformats.org/officeDocument/2006/relationships/notesMaster" Target="/ppt/notesMasters/notesMaster1.xml" Id="Rfc76e59bd58445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c20281b846488f" /><Relationship Type="http://schemas.openxmlformats.org/officeDocument/2006/relationships/notesMaster" Target="/ppt/notesMasters/notesMaster1.xml" Id="R85112ee2c4514d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ad451e2b6849f8" /><Relationship Type="http://schemas.openxmlformats.org/officeDocument/2006/relationships/notesMaster" Target="/ppt/notesMasters/notesMaster1.xml" Id="Rb363014c417d43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Today I will explain the first Project PiP milestone.</a:t>
            </a:r>
          </a:p>
          <a:p xmlns:a="http://schemas.openxmlformats.org/drawingml/2006/main">
            <a:r>
              <a:t>The simple idea is: every agent task gets its own clean workspace.</a:t>
            </a:r>
          </a:p>
          <a:p xmlns:a="http://schemas.openxmlformats.org/drawingml/2006/main">
            <a:r>
              <a:t>The agent can also stop and wait for a human when a step is risky.</a:t>
            </a:r>
          </a:p>
          <a:p xmlns:a="http://schemas.openxmlformats.org/drawingml/2006/main">
            <a:r>
              <a:t>This is a safety and reliability feature. It does not make the agent smarter.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section “Project PiP MVP: isolated task sessions”</a:t>
            </a:r>
          </a:p>
          <a:p xmlns:a="http://schemas.openxmlformats.org/drawingml/2006/main">
            <a:r>
              <a:t>- STATUS.md, rows “Project PiP MVP” and “Supervised Tier-4 intervention”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this work, tasks could share browser or room state.</a:t>
            </a:r>
          </a:p>
          <a:p xmlns:a="http://schemas.openxmlformats.org/drawingml/2006/main">
            <a:r>
              <a:t>That means one task could affect the next task.</a:t>
            </a:r>
          </a:p>
          <a:p xmlns:a="http://schemas.openxmlformats.org/drawingml/2006/main">
            <a:r>
              <a:t>There was also no complete way to pause, let a human help, and continue safely.</a:t>
            </a:r>
          </a:p>
          <a:p xmlns:a="http://schemas.openxmlformats.org/drawingml/2006/main">
            <a:r>
              <a:t>The MVP adds these missing safety boundaries.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current_codebase_full_analysis_en.md, “Isolation/PiP” gap and completed MVP row</a:t>
            </a:r>
          </a:p>
          <a:p xmlns:a="http://schemas.openxmlformats.org/drawingml/2006/main">
            <a:r>
              <a:t>- README.md, section “Project PiP MVP: isolated task sessions”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the start, the system saves the current room and creates a fresh browser.</a:t>
            </a:r>
          </a:p>
          <a:p xmlns:a="http://schemas.openxmlformats.org/drawingml/2006/main">
            <a:r>
              <a:t>It also locks the shared mock room, so two tasks cannot change it at the same time.</a:t>
            </a:r>
          </a:p>
          <a:p xmlns:a="http://schemas.openxmlformats.org/drawingml/2006/main">
            <a:r>
              <a:t>During the task, a risky action can wait for a human decision.</a:t>
            </a:r>
          </a:p>
          <a:p xmlns:a="http://schemas.openxmlformats.org/drawingml/2006/main">
            <a:r>
              <a:t>At the end, the system restores the room and closes the browser, even after a failure or cancel.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src/isolation/episode.py, episode provision and cleanup flow</a:t>
            </a:r>
          </a:p>
          <a:p xmlns:a="http://schemas.openxmlformats.org/drawingml/2006/main">
            <a:r>
              <a:t>- src/runtime/intervention.py, pause, takeover, and resume flow</a:t>
            </a:r>
          </a:p>
          <a:p xmlns:a="http://schemas.openxmlformats.org/drawingml/2006/main">
            <a:r>
              <a:t>- env/node_wot_server/server.js, episode lease and restore control plane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normal Python test suite passes: 302 tests.</a:t>
            </a:r>
          </a:p>
          <a:p xmlns:a="http://schemas.openxmlformats.org/drawingml/2006/main">
            <a:r>
              <a:t>The smart-room server also has two focused tests, and both pass.</a:t>
            </a:r>
          </a:p>
          <a:p xmlns:a="http://schemas.openxmlformats.org/drawingml/2006/main">
            <a:r>
              <a:t>These tests check clean browser sessions, the room lock, state restore, and human intervention.</a:t>
            </a:r>
          </a:p>
          <a:p xmlns:a="http://schemas.openxmlformats.org/drawingml/2006/main">
            <a:r>
              <a:t>They also check that Resume makes a fresh observation and plan instead of repeating an old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test run on 7 August 2026: 302 Python tests passed</a:t>
            </a:r>
          </a:p>
          <a:p xmlns:a="http://schemas.openxmlformats.org/drawingml/2006/main">
            <a:r>
              <a:t>- env/node_wot_server/server.test.js: 2 Node tests passed</a:t>
            </a:r>
          </a:p>
          <a:p xmlns:a="http://schemas.openxmlformats.org/drawingml/2006/main">
            <a:r>
              <a:t>- tests/test_episode_isolation.py</a:t>
            </a:r>
          </a:p>
          <a:p xmlns:a="http://schemas.openxmlformats.org/drawingml/2006/main">
            <a:r>
              <a:t>- tests/test_runtime_intervention.py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Our MVP isolates the parts this project uses today: the browser and the mock smart room.</a:t>
            </a:r>
          </a:p>
          <a:p xmlns:a="http://schemas.openxmlformats.org/drawingml/2006/main">
            <a:r>
              <a:t>It works across operating systems, but it does not open a second desktop window.</a:t>
            </a:r>
          </a:p>
          <a:p xmlns:a="http://schemas.openxmlformats.org/drawingml/2006/main">
            <a:r>
              <a:t>The UFO2 paper creates a Windows child desktop and shows it through RDP.</a:t>
            </a:r>
          </a:p>
          <a:p xmlns:a="http://schemas.openxmlformats.org/drawingml/2006/main">
            <a:r>
              <a:t>That gives separate desktop input and focus. Building that Windows host is a larger future milestone.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/Users/fadiferjani/Downloads/ufo2.pdf, section 4.5 on the Windows RDP PiP design</a:t>
            </a:r>
          </a:p>
          <a:p xmlns:a="http://schemas.openxmlformats.org/drawingml/2006/main">
            <a:r>
              <a:t>- README.md, “Project PiP MVP” and “Full UFO2 Windows PiP” scope statements</a:t>
            </a:r>
          </a:p>
          <a:p xmlns:a="http://schemas.openxmlformats.org/drawingml/2006/main">
            <a:r>
              <a:t>- STATUS.md, “Full UFO2 Windows RDP PiP” future row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milestone is complete.</a:t>
            </a:r>
          </a:p>
          <a:p xmlns:a="http://schemas.openxmlformats.org/drawingml/2006/main">
            <a:r>
              <a:t>Every task can start clean, stop for a human, and clean up reliably.</a:t>
            </a:r>
          </a:p>
          <a:p xmlns:a="http://schemas.openxmlformats.org/drawingml/2006/main">
            <a:r>
              <a:t>This is the foundation we need before building the full Windows PiP window.</a:t>
            </a:r>
          </a:p>
          <a:p xmlns:a="http://schemas.openxmlformats.org/drawingml/2006/main">
            <a:r>
              <a:t>The next practical improvement is a small operator screen and one easy demo command.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STATUS.md, “Project PiP MVP” and “Supervised Tier-4 intervention” implemented rows</a:t>
            </a:r>
          </a:p>
          <a:p xmlns:a="http://schemas.openxmlformats.org/drawingml/2006/main">
            <a:r>
              <a:t>- README.md, Project PiP MVP scope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9a8e15f37040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e5e1acdf4a4a1d" /><Relationship Type="http://schemas.openxmlformats.org/officeDocument/2006/relationships/slideLayout" Target="/ppt/slideLayouts/slideLayout1.xml" Id="R1524c62377664a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24c62377664a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a024331504b7a" /><Relationship Type="http://schemas.openxmlformats.org/officeDocument/2006/relationships/notesSlide" Target="/ppt/notesSlides/notesSlide1.xml" Id="R0b012b44bcb246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737bcb5084cdc" /><Relationship Type="http://schemas.openxmlformats.org/officeDocument/2006/relationships/notesSlide" Target="/ppt/notesSlides/notesSlide2.xml" Id="Raf0ec7ca5a154d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a78809f684f04" /><Relationship Type="http://schemas.openxmlformats.org/officeDocument/2006/relationships/notesSlide" Target="/ppt/notesSlides/notesSlide3.xml" Id="R5238f5f27a564c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15f1424d24aff" /><Relationship Type="http://schemas.openxmlformats.org/officeDocument/2006/relationships/notesSlide" Target="/ppt/notesSlides/notesSlide4.xml" Id="R9c4b6a2f162d4a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fd82f6d0b40a9" /><Relationship Type="http://schemas.openxmlformats.org/officeDocument/2006/relationships/notesSlide" Target="/ppt/notesSlides/notesSlide5.xml" Id="R69716a6f184c44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ed4166532477e" /><Relationship Type="http://schemas.openxmlformats.org/officeDocument/2006/relationships/notesSlide" Target="/ppt/notesSlides/notesSlide6.xml" Id="Ra25c82082001468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276561EA-80A0-4FCF-B4C5-56A14EF7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Project PiP MVP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41E07394-698B-430C-AA82-F36C36C8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clean, supervised workspace
for every agent task
Fadi · 5–10 minute overview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74AD630-9EF9-4FB8-B8C8-6B9F0CB8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PROJECT PIP MVP</a:t>
            </a:r>
          </a:p>
        </p:txBody>
      </p:sp>
    </p:spTree>
    <p:extLst>
      <p:ext uri="{BB962C8B-B14F-4D97-AF65-F5344CB8AC3E}">
        <p14:creationId xmlns:p14="http://schemas.microsoft.com/office/powerpoint/2010/main" val="1855961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D8FB2A0-E7C6-4147-B402-A9AB6DD4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DCB26F3-DF6D-4052-8543-57A0DF0E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Why did the agent need PiP?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338B699B-77C1-40ED-8EDF-47089D20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8FBC8A9-5009-4CFE-A857-5A8B4352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Before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5E7C4D5B-88E2-4A95-9E66-6066456B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228600" algn="l">
              <a:lnSpc>
                <a:spcPct val="108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Browser state could be reused</a:t>
            </a:r>
          </a:p>
          <a:p xmlns:a="http://schemas.openxmlformats.org/drawingml/2006/main">
            <a:pPr marL="228600" indent="-228600" algn="l">
              <a:lnSpc>
                <a:spcPct val="108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shared smart-room state</a:t>
            </a:r>
          </a:p>
          <a:p xmlns:a="http://schemas.openxmlformats.org/drawingml/2006/main">
            <a:pPr marL="228600" indent="-228600"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real pause and resume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5750C82F-89DD-4A9C-B9EF-CD1A0865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FCD3068A-1720-4D96-9CA5-8565BCEB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With PiP MVP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B3852146-4F09-4FA3-B97F-4F8CD13F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228600" algn="l">
              <a:lnSpc>
                <a:spcPct val="108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Fresh browser for each task</a:t>
            </a:r>
          </a:p>
          <a:p xmlns:a="http://schemas.openxmlformats.org/drawingml/2006/main">
            <a:pPr marL="228600" indent="-228600" algn="l">
              <a:lnSpc>
                <a:spcPct val="108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Room state is saved and restored</a:t>
            </a:r>
          </a:p>
          <a:p xmlns:a="http://schemas.openxmlformats.org/drawingml/2006/main">
            <a:pPr marL="228600" indent="-228600"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human can stop, help, and resume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BE1E97A0-C4A3-450E-98EE-5F9A1C24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PiP does not make the agent smarter.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It gives each task a clean, supervised workspace.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That prevents leftover state and makes risky steps easier to stop.</a:t>
            </a:r>
          </a:p>
        </p:txBody>
      </p:sp>
    </p:spTree>
    <p:extLst>
      <p:ext uri="{BB962C8B-B14F-4D97-AF65-F5344CB8AC3E}">
        <p14:creationId xmlns:p14="http://schemas.microsoft.com/office/powerpoint/2010/main" val="8715873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02EDC2B7-82CB-466C-B2B0-1C455CF6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995772EF-8030-424C-91A2-B4833442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task now follows a clean start-to-finish cycle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3057B4DC-972F-44C7-876C-29531D40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008B0E8-1521-4403-9343-25DF7DC0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8C34AC6-3339-42E9-B16F-2FD81959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6E5365B-6A3F-4DB2-A08F-F623A4F4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START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3051F53E-6576-4C8E-B01A-517E40E6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WORK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0EDAF6B5-7D7D-4083-875F-90EE76F6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FINISH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A6A4E306-B277-4B1E-8E84-77368A54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· Work safely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agent observes and acts
A risky step can wait
A human can help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A8D64F98-F493-4A90-BA89-80D3C9EA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· Start clean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Save the room state
Lock the room
Create a fresh browser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48720601-882C-4126-9FBF-B9E73946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· Finish clean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Observe and plan again
Restore the room
Close the browser</a:t>
            </a:r>
          </a:p>
        </p:txBody>
      </p:sp>
    </p:spTree>
    <p:extLst>
      <p:ext uri="{BB962C8B-B14F-4D97-AF65-F5344CB8AC3E}">
        <p14:creationId xmlns:p14="http://schemas.microsoft.com/office/powerpoint/2010/main" val="1800914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F5AA4D0-5942-444D-8F2C-E37BEDF3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720E48F-4F72-43AF-96CA-48026BC4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we implemented — and how we checked it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8C1DB3FA-3647-49DA-B569-82949B28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302 Python tests
+ 2 server tests pass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81CEFCB-699F-4FA9-8DBB-BCD2EEA0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Fresh browser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B0C38612-7C57-46F7-B0B4-C580B5DC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D5D7A663-F899-4F9F-BFC2-C73E3A59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the Python suite:
./.venv/bin/python -m pytest -q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the room-server checks:
cd env/node_wot_server
npm test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AA840563-1482-4667-BA0A-165EB480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Exclusive room lease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DBC1CB62-C134-46DD-8E3B-533BB4D7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B6104EDC-CD93-452A-869C-1D395FBD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Exact state restore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44299D3A-DF5C-43BD-9F1A-0452BDC9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7062D820-1C65-4522-A581-4AB7A019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Pause / takeover / resume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81F02B41-6C6D-4DBE-BA1D-C6E48940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C4967F92-FE03-4CB3-BE35-AAA6CD92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Clean agent observations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3C5F731A-08A4-4C55-9ABB-040F69BE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1328025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54CEEA6-6050-41B5-BFB9-C578C187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51108AF-E010-4868-A860-D810258D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Our MVP is useful now — but it is not full UFO2 PiP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794E895F-A0DC-4E87-A7D5-9B500609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Project PiP MVP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Browser + mock smart room
Runs on macOS, Linux, and Windows
Human control through the runtime
No second desktop window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BF8913D9-8E11-426C-A14B-487C2083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UFO2 Windows RDP PiP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Windows child desktop in a PiP window
Separate mouse, keyboard, focus, and apps
Windows-specific C# host
This remains future work</a:t>
            </a:r>
          </a:p>
        </p:txBody>
      </p:sp>
    </p:spTree>
    <p:extLst>
      <p:ext uri="{BB962C8B-B14F-4D97-AF65-F5344CB8AC3E}">
        <p14:creationId xmlns:p14="http://schemas.microsoft.com/office/powerpoint/2010/main" val="4399202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852B87E5-5ED0-4209-8AF1-88D1F516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safe execution
foundation is ready.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E8DD817C-01C6-4B31-9CEE-27CDB7DF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Clean start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Human safety stop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Reliable cleanup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356251B2-15A4-4327-9088-F8567CD6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PIP MVP</a:t>
            </a:r>
          </a:p>
        </p:txBody>
      </p:sp>
    </p:spTree>
    <p:extLst>
      <p:ext uri="{BB962C8B-B14F-4D97-AF65-F5344CB8AC3E}">
        <p14:creationId xmlns:p14="http://schemas.microsoft.com/office/powerpoint/2010/main" val="17877599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2026-08-07T07:12:02.0000000Z</dcterms:created>
  <dcterms:modified xsi:type="dcterms:W3CDTF">2026-08-07T07:12:02.0000000Z</dcterms:modified>
</coreProperties>
</file>